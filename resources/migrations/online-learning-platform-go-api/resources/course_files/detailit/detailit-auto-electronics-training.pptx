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217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</a:rPr>
              <a:t>ООО "ДетаЛит"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235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Электронное оборудование для автотранспортных средств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</a:rPr>
              <a:t>Учебная презентация для подразделений: производство, жгуты, ESD, испытания и ОТК</a:t>
            </a:r>
            <a:endParaRPr lang="en-US" sz="1550" dirty="0"/>
          </a:p>
        </p:txBody>
      </p:sp>
      <p:pic>
        <p:nvPicPr>
          <p:cNvPr id="5" name="Image 0" descr="/Users/aurivena/vlad/online-learning-platform-go-api/resources/course_files/detailit/electronics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880360"/>
            <a:ext cx="5074920" cy="3172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016752"/>
            <a:ext cx="3566160" cy="7315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Учебная сетка 29.31 •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E75"/>
                </a:solidFill>
              </a:rPr>
              <a:t>ООО "ДетаЛит"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</a:rPr>
              <a:t>Как устроена учебная сетка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Курсы связаны с подразделениями и рабочими ролями, а не висят отдельными карточками.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57400"/>
            <a:ext cx="73152" cy="96012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21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Производство электрооборудования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87752"/>
            <a:ext cx="46634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Базовая архитектура изделия, маршрут партии, критичные операции и допуск к работе.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05740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221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Сборка жгутов и разъемов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587752"/>
            <a:ext cx="46634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Провод, контакт, обжим, пиновка, маркировка, финальная проверка цепей.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538728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538728"/>
            <a:ext cx="73152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03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ESD и монтаж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46634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Защита компонентов, пайка, визуальный контроль, работа с платами и скрытыми отказами.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538728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538728"/>
            <a:ext cx="73152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703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Испытания и трассируемость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4069080"/>
            <a:ext cx="46634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Методики измерений, запись результата, несоответствия и история партии.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0976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Учебная сетка 29.31 •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E75"/>
                </a:solidFill>
              </a:rPr>
              <a:t>ООО "ДетаЛит"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</a:rPr>
              <a:t>Автоэлектроника: от сигнала к изделию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Сотрудник должен понимать, почему качество маленькой операции влияет на надежность автомобиля.</a:t>
            </a:r>
            <a:endParaRPr lang="en-US" sz="1350" dirty="0"/>
          </a:p>
        </p:txBody>
      </p:sp>
      <p:pic>
        <p:nvPicPr>
          <p:cNvPr id="6" name="Image 0" descr="/Users/aurivena/vlad/online-learning-platform-go-api/resources/course_files/detailit/electronics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0240"/>
            <a:ext cx="571500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01968" y="201168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01968" y="2011680"/>
            <a:ext cx="73152" cy="8229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30568" y="2176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Сигнал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30568" y="2542032"/>
            <a:ext cx="4389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Датчик или цепь должны передать корректное состояние без шумов, обрывов и переполюсовки.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01968" y="3035808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01968" y="3035808"/>
            <a:ext cx="73152" cy="8229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30568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Управление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30568" y="3566160"/>
            <a:ext cx="4389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ЭБУ выполняет алгоритм, а исполнительная цепь должна сработать в заданном режиме.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01968" y="4059936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01968" y="4059936"/>
            <a:ext cx="73152" cy="8229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30568" y="4224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Надежность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30568" y="4590288"/>
            <a:ext cx="4389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Ошибка в жгуте, пайке или маркировке превращается в отказ уже у заказчика.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50976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Учебная сетка 29.31 •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ООО "ДетаЛит"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</a:rPr>
              <a:t>Жгуты и разъемы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Проверка нужна на каждом шаге: после обжима исправлять ошибку гораздо дороже.</a:t>
            </a:r>
            <a:endParaRPr lang="en-US" sz="1350" dirty="0"/>
          </a:p>
        </p:txBody>
      </p:sp>
      <p:pic>
        <p:nvPicPr>
          <p:cNvPr id="6" name="Image 0" descr="/Users/aurivena/vlad/online-learning-platform-go-api/resources/course_files/detailit/harness-assemb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901952"/>
            <a:ext cx="534924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87452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74520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039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Подготовка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404872"/>
            <a:ext cx="45720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Сечение, длина, цвет, маркировка и целостность изоляции сверяются до операции.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862072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862072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026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Обжим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3392424"/>
            <a:ext cx="45720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Контакт без повреждения жилы, с правильной геометрией и усилием удержания.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849624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3849624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014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Пиновка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379976"/>
            <a:ext cx="45720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Провод стоит в правильной ячейке разъема; ошибка блокирует выпуск партии.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4837176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4837176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Тест цепи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68680" y="5367528"/>
            <a:ext cx="45720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Непрерывность, отсутствие короткого замыкания и запись результата.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50976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Учебная сетка 29.31 •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ООО "ДетаЛит"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</a:rPr>
              <a:t>ESD, пайка и монтаж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Скрытые повреждения компонентов часто не видны сразу, поэтому пост должен быть дисциплинированным.</a:t>
            </a:r>
            <a:endParaRPr lang="en-US" sz="1350" dirty="0"/>
          </a:p>
        </p:txBody>
      </p:sp>
      <p:pic>
        <p:nvPicPr>
          <p:cNvPr id="6" name="Image 0" descr="/Users/aurivena/vlad/online-learning-platform-go-api/resources/course_files/detailit/esd-works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5440680" cy="34015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87452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0" y="1874520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20391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ESD до операции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29400" y="2404872"/>
            <a:ext cx="46634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Проверить браслет, коврик, тару, заземление и отсутствие обычного пластика на посту.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297180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2971800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31363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Пайка по карте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3502152"/>
            <a:ext cx="46634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Температура, флюс, время прогрева и визуальные критерии берутся из техкарты.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0" y="406908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4069080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4233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Спорная пайка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29400" y="4599432"/>
            <a:ext cx="46634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Не передается дальше: повторный осмотр, доработка или оформление несоответствия.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50976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Учебная сетка 29.31 •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ООО "ДетаЛит"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</a:rPr>
              <a:t>Испытания и трассируемость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Качество надо не только сделать, но и доказать по данным партии.</a:t>
            </a:r>
            <a:endParaRPr lang="en-US" sz="1350" dirty="0"/>
          </a:p>
        </p:txBody>
      </p:sp>
      <p:pic>
        <p:nvPicPr>
          <p:cNvPr id="6" name="Image 0" descr="/Users/aurivena/vlad/online-learning-platform-go-api/resources/course_files/detailit/testing-trace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901952"/>
            <a:ext cx="534924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96596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96596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1305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Методика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496312"/>
            <a:ext cx="4480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Каждое измерение имеет допуск, прибор, порядок выполнения и ответственного.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301752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301752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1821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Запись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3547872"/>
            <a:ext cx="4480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Номер партии связывает изделие с материалом, операцией, сменой и сотрудником.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406908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406908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233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Несоответствие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14400" y="4599432"/>
            <a:ext cx="4480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Изделие изолируется, причина фиксируется, решение принимает ОТК и мастер.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50976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Учебная сетка 29.31 •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ООО "ДетаЛит"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ДетаЛит: автоэлектроника, жгуты, ESD и испытания</dc:title>
  <dc:subject>Курсы по ОКВЭД 29.31</dc:subject>
  <dc:creator>ООО "ДетаЛит"</dc:creator>
  <cp:lastModifiedBy>ООО "ДетаЛит"</cp:lastModifiedBy>
  <cp:revision>1</cp:revision>
  <dcterms:created xsi:type="dcterms:W3CDTF">2026-05-15T16:45:29Z</dcterms:created>
  <dcterms:modified xsi:type="dcterms:W3CDTF">2026-05-15T16:45:29Z</dcterms:modified>
</cp:coreProperties>
</file>