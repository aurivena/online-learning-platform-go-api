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</a:rPr>
              <a:t>ООО "ДетаЛит"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Безопасность, процесс и качество на производстве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88950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Вводная презентация для сотрудников производственных подразделений</a:t>
            </a:r>
            <a:endParaRPr lang="en-US" sz="1600" dirty="0"/>
          </a:p>
        </p:txBody>
      </p:sp>
      <p:pic>
        <p:nvPicPr>
          <p:cNvPr id="6" name="Image 0" descr="/Users/aurivena/vlad/online-learning-platform-go-api/resources/course_files/detailit/proces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788920"/>
            <a:ext cx="4800600" cy="2999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6035040"/>
            <a:ext cx="3291840" cy="7315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46920" y="6510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Учебный материал •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рисков смены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14173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стартом сотрудник проверяет рабочее место, защиту и готовность оборудования.</a:t>
            </a:r>
            <a:endParaRPr lang="en-US" sz="1400" dirty="0"/>
          </a:p>
        </p:txBody>
      </p:sp>
      <p:pic>
        <p:nvPicPr>
          <p:cNvPr id="6" name="Image 0" descr="/Users/aurivena/vlad/online-learning-platform-go-api/resources/course_files/detailit/safety-z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5577840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99339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46520" y="1993392"/>
            <a:ext cx="73152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02552" y="2194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1. Нет работы без СИЗ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02552" y="2615184"/>
            <a:ext cx="46634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Очки, перчатки, спецодежда и защитная обувь обязательны до входа на участок.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30632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3063240"/>
            <a:ext cx="73152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02552" y="3264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2. Аварийные средства доступны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02552" y="3685032"/>
            <a:ext cx="46634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Проходы, кнопки стоп, аптечка и огнетушитель не перекрыты инструментом или тарой.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46520" y="4133088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4133088"/>
            <a:ext cx="73152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02552" y="43342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3. Отклонение фиксируется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702552" y="4754880"/>
            <a:ext cx="46634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Неисправность, перегрев, шум, вибрация и запах гари сразу передаются мастеру.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46920" y="6510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Учебный материал •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Производственный маршрут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14173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партия должна проходить один и тот же контролируемый путь.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011680" cy="9601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Задание смены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547872"/>
            <a:ext cx="2029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Получить маршрутную карту, чертеж, материал и план партии.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71800" y="2331720"/>
            <a:ext cx="2011680" cy="960120"/>
          </a:xfrm>
          <a:prstGeom prst="chevron">
            <a:avLst/>
          </a:prstGeom>
          <a:solidFill>
            <a:srgbClr val="115E5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Форма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3547872"/>
            <a:ext cx="2029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Проверить чистоту формы, смазку, крепление и маркировку.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2331720"/>
            <a:ext cx="2011680" cy="9601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Плавка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0368" y="3547872"/>
            <a:ext cx="2029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Сверить температуру и состав с технологической картой.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3800" y="2331720"/>
            <a:ext cx="2011680" cy="960120"/>
          </a:xfrm>
          <a:prstGeom prst="chevron">
            <a:avLst/>
          </a:prstGeom>
          <a:solidFill>
            <a:srgbClr val="115E5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1816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Заливка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16368" y="3547872"/>
            <a:ext cx="2029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Вести процесс стабильно, без рывков и обхода защит.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29800" y="2331720"/>
            <a:ext cx="2011680" cy="96012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7816" y="26334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0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ОТК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802368" y="3547872"/>
            <a:ext cx="2029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Проверить дефекты, геометрию, маркировку и решение по партии.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Ключевая мысль: если один этап пропущен, качество партии нельзя доказать документально.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46920" y="6510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Учебный материал •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отличать годное изделие от брака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14173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строится на видимых признаках, измерениях и прослеживаемости.</a:t>
            </a:r>
            <a:endParaRPr lang="en-US" sz="1400" dirty="0"/>
          </a:p>
        </p:txBody>
      </p:sp>
      <p:pic>
        <p:nvPicPr>
          <p:cNvPr id="6" name="Image 0" descr="/Users/aurivena/vlad/online-learning-platform-go-api/resources/course_files/detailit/quality-check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938528"/>
            <a:ext cx="534924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87452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87452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2075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Поверхность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96312"/>
            <a:ext cx="466344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Нет трещин, сквозных раковин, непроливов, подгара и следов перегрева.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88036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081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Размеры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6112" y="3502152"/>
            <a:ext cx="466344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Критические размеры сверяются по чертежу, результат фиксируется в журнале ОТК.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388620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388620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40873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Маркировка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6112" y="4507992"/>
            <a:ext cx="466344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Изделие должно быть связано с партией, сменой, маршрутной картой и ответственным.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489204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4892040"/>
            <a:ext cx="73152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093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Спорные случаи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96112" y="5513832"/>
            <a:ext cx="466344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Сотрудник не принимает спорное изделие сам: партия отделяется, решение принимает мастер и ОТК.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46920" y="6510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Учебный материал •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"ДетаЛит"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запомнить после курса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21208" y="14173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стандарт поведения сотрудника на участке.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73152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128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Остановить опасную работу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2633472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Если есть риск травмы, перегрева, пожара или повреждения оборудования.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01168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2128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Не скрывать отклонения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2633472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Своевременная фиксация дешевле переделки партии и спора с заказчиком.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566160"/>
            <a:ext cx="73152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76732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Проверять документы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" y="4187952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Чертеж, маршрутная карта и маркировка партии так же важны, как сама деталь.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56616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566160"/>
            <a:ext cx="73152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376732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Обращаться к мастеру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4187952"/>
            <a:ext cx="4617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Любой спорный случай решается через мастера смены и ОТК.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Финальная проверка в курсе закрепляет эти правила на практических ситуациях.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6920" y="65105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Учебный материал •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ООО "ДетаЛит"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ДетаЛит: безопасность, процесс, качество</dc:title>
  <dc:subject>Вводный курс для производственных подразделений</dc:subject>
  <dc:creator>ООО "ДетаЛит"</dc:creator>
  <cp:lastModifiedBy>ООО "ДетаЛит"</cp:lastModifiedBy>
  <cp:revision>1</cp:revision>
  <dcterms:created xsi:type="dcterms:W3CDTF">2026-05-15T16:12:47Z</dcterms:created>
  <dcterms:modified xsi:type="dcterms:W3CDTF">2026-05-15T16:12:47Z</dcterms:modified>
</cp:coreProperties>
</file>